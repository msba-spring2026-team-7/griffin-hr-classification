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4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9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riffin-hr-classifier.streamlit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54864"/>
          </a:xfrm>
          <a:prstGeom prst="rect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to Daily 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Briefing for HR Leadership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Raymond A. Mason School of Business | William &amp; Mary |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GRIFFIN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reads a position description, identifies the best-matching DHRM career group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role, recommends a pay band, and explains its reasoning -- in 30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468880" cy="54864"/>
          </a:xfrm>
          <a:prstGeom prst="rect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Ranked Matches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 plus two alternatives for triangulation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4688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2468880" cy="54864"/>
          </a:xfrm>
          <a:prstGeom prst="rect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Confidence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063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probability (statistical) + AI assessment (judgment)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4688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2468880"/>
            <a:ext cx="2468880" cy="54864"/>
          </a:xfrm>
          <a:prstGeom prst="rect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3063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Word report for every classification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E8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now:  </a:t>
            </a:r>
            <a:r>
              <a:rPr lang="en-US" sz="13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https://griffin-hr-classifier.streamlit.app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Implementation Briefing | William &amp; Mary |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017520"/>
          </a:xfrm>
          <a:prstGeom prst="rect">
            <a:avLst/>
          </a:prstGeom>
          <a:solidFill>
            <a:srgbClr val="FEF0E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(Manual Process)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hours per classification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results between analysts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or documentation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opinion, no alternatives considered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 during hiring surges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017520"/>
          </a:xfrm>
          <a:prstGeom prst="rect">
            <a:avLst/>
          </a:prstGeom>
          <a:solidFill>
            <a:srgbClr val="E8F2E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(GRIFFIN)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per classification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ranked recommendations every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 = instant audit trail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rationale citing specific duties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instantly -- no backlog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 (free tier)  |  Status: Live now  |  Next step: IT support for 1 afternoon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Implementation Briefing | William &amp; Mary |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468880" cy="3200400"/>
          </a:xfrm>
          <a:prstGeom prst="rect">
            <a:avLst/>
          </a:prstGeom>
          <a:solidFill>
            <a:srgbClr val="E8F2E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468880" cy="54864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TOMORROW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URL. Analysts paste PDs, get classifications, download reports.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468880" cy="3200400"/>
          </a:xfrm>
          <a:prstGeom prst="rect">
            <a:avLst/>
          </a:prstGeom>
          <a:solidFill>
            <a:srgbClr val="F0F7E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468880" cy="54864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188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afternoon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weeks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GRIFFIN your actual PDs. IT exports, retrains. Accuracy jumps.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051560"/>
            <a:ext cx="2468880" cy="3200400"/>
          </a:xfrm>
          <a:prstGeom prst="rect">
            <a:avLst/>
          </a:prstGeom>
          <a:solidFill>
            <a:srgbClr val="FFF8E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0" y="1051560"/>
            <a:ext cx="2468880" cy="54864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1188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8076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semester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CUPA data, cloud hosting, HRIS connection. Needs developer support.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4069080"/>
            <a:ext cx="2468880" cy="182880"/>
          </a:xfrm>
          <a:prstGeom prst="rect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Implementation Briefing | William &amp; Mary |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Tomorrow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A: Zero setup, zero IT, value on day 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app link with your analysts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analyst pastes a PD and clicks Classify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3 ranked recommendations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Word report for the position file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their manual classification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E8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link:  </a:t>
            </a:r>
            <a:r>
              <a:rPr lang="en-US" sz="15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https://griffin-hr-classifier.streamlit.app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Implementation Briefing | William &amp; Mary |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709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Yours: The Training Data Sprint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B: IT helps for one afternoon, accuracy improves significantly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54864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PDs from Workday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280160" cy="274320"/>
          </a:xfrm>
          <a:prstGeom prst="rect">
            <a:avLst/>
          </a:prstGeom>
          <a:solidFill>
            <a:srgbClr val="E8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783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1828800" cy="54864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cleaning tool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2331720"/>
            <a:ext cx="1280160" cy="274320"/>
          </a:xfrm>
          <a:prstGeom prst="rect">
            <a:avLst/>
          </a:prstGeom>
          <a:solidFill>
            <a:srgbClr val="E8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8036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1783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828800" cy="54864"/>
          </a:xfrm>
          <a:prstGeom prst="rect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labels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1280160" cy="274320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1783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03720" y="137160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03720" y="1371600"/>
            <a:ext cx="1828800" cy="54864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model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2331720"/>
            <a:ext cx="1280160" cy="274320"/>
          </a:xfrm>
          <a:prstGeom prst="rect">
            <a:avLst/>
          </a:prstGeom>
          <a:solidFill>
            <a:srgbClr val="E8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7804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1089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generic PDs | ~69% top-1 accuracy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career group coverage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108960"/>
            <a:ext cx="3840480" cy="1005840"/>
          </a:xfrm>
          <a:prstGeom prst="rect">
            <a:avLst/>
          </a:prstGeom>
          <a:solidFill>
            <a:srgbClr val="E8F2E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YOUR DATA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real PDs | ~85%+ top-1 accuracy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56 career groups represented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Implementation Briefing | William &amp; Mary |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709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this slide to your IT contact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347472" cy="347472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active PDs from Workday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with: title, PD text, job family, comp grade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92808"/>
            <a:ext cx="347472" cy="347472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training data prep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at: github.com/MSBA-Spring2026-Team-7/GRIFFIN-HR-Classification/tools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41448"/>
            <a:ext cx="347472" cy="347472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423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Notebooks 4 and 5 (see Technical Transition Guide)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347472" cy="347472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971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app works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971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few known PDs, confirm results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538728"/>
            <a:ext cx="347472" cy="347472"/>
          </a:xfrm>
          <a:prstGeom prst="ellipse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38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520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HR team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model is live and ready for testing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E8F2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hours over 2 days</a:t>
            </a: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Gemini API key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Implementation Briefing | William &amp; Mary |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069848"/>
            <a:ext cx="182880" cy="18288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417320" cy="2560320"/>
          </a:xfrm>
          <a:prstGeom prst="rect">
            <a:avLst/>
          </a:prstGeom>
          <a:solidFill>
            <a:srgbClr val="E8F2E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1488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URL with analysts.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initial feedback.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234440" cy="27432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97480" y="1069848"/>
            <a:ext cx="182880" cy="18288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1463040"/>
            <a:ext cx="1417320" cy="2560320"/>
          </a:xfrm>
          <a:prstGeom prst="rect">
            <a:avLst/>
          </a:prstGeom>
          <a:solidFill>
            <a:srgbClr val="F0F7E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884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76272" y="21488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PDs from Workday.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3429000"/>
            <a:ext cx="1234440" cy="27432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94560" y="3429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IT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43400" y="1069848"/>
            <a:ext cx="182880" cy="18288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49040" y="1463040"/>
            <a:ext cx="1417320" cy="2560320"/>
          </a:xfrm>
          <a:prstGeom prst="rect">
            <a:avLst/>
          </a:prstGeom>
          <a:solidFill>
            <a:srgbClr val="E8F2E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9476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76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22192" y="21488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 known PDs.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actuals.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3429000"/>
            <a:ext cx="1234440" cy="27432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0" y="3429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Analysts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89320" y="1069848"/>
            <a:ext cx="182880" cy="18288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94960" y="1463040"/>
            <a:ext cx="1417320" cy="2560320"/>
          </a:xfrm>
          <a:prstGeom prst="rect">
            <a:avLst/>
          </a:prstGeom>
          <a:solidFill>
            <a:srgbClr val="F0F7E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68112" y="21488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PDs for weak groups.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training.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3429000"/>
            <a:ext cx="1234440" cy="27432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3429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IT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35240" y="1069848"/>
            <a:ext cx="182880" cy="18288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40880" y="1463040"/>
            <a:ext cx="1417320" cy="2560320"/>
          </a:xfrm>
          <a:prstGeom prst="rect">
            <a:avLst/>
          </a:prstGeom>
          <a:solidFill>
            <a:srgbClr val="FFF8E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8660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Mo. 5-6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60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14032" y="21488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CUPA integration.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32320" y="3429000"/>
            <a:ext cx="1234440" cy="27432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32320" y="3429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IT Lead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Implementation Briefing | William &amp; Mary |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709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Risk Summary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797771"/>
              </p:ext>
            </p:extLst>
          </p:nvPr>
        </p:nvGraphicFramePr>
        <p:xfrm>
          <a:off x="457200" y="1005840"/>
          <a:ext cx="8229600" cy="149047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(Streamlit Cloud)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(Streamlit Cloud)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(GitHub)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~$10/month (Cloud 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hrs one-time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3200400"/>
            <a:ext cx="2560320" cy="1097280"/>
          </a:xfrm>
          <a:prstGeom prst="rect">
            <a:avLst/>
          </a:prstGeom>
          <a:solidFill>
            <a:srgbClr val="E8F2E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~69% today, improves with your data. Always advisory -- humans decide.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3200400"/>
            <a:ext cx="2560320" cy="1097280"/>
          </a:xfrm>
          <a:prstGeom prst="rect">
            <a:avLst/>
          </a:prstGeom>
          <a:solidFill>
            <a:srgbClr val="FFF8E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2900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300" dirty="0"/>
          </a:p>
        </p:txBody>
      </p:sp>
      <p:sp>
        <p:nvSpPr>
          <p:cNvPr id="3" name="Text 7"/>
          <p:cNvSpPr/>
          <p:nvPr/>
        </p:nvSpPr>
        <p:spPr>
          <a:xfrm>
            <a:off x="342900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stay on Streamlit Cloud servers. No PII in training data.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3200400"/>
            <a:ext cx="2560320" cy="1097280"/>
          </a:xfrm>
          <a:prstGeom prst="rect">
            <a:avLst/>
          </a:prstGeom>
          <a:solidFill>
            <a:srgbClr val="E8F2E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6364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5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6364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source. Runs on free tools. Switch AI providers anytime.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5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 Implementation Briefing | William &amp; Mary |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709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C99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solidFill>
            <a:srgbClr val="0D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u="sng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https://griffin-hr-classifier.streamlit.app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position description. Click Classify. See the results.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3D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Team 7: Steven Alvarado | Anmol Motwani | Brynn Vetrano | Jhei-R Jones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Raymond A. Mason School of Business | William &amp; Mary | BUAD 5742 Spring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0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github.com/MSBA-Spring2026-Team-7/GRIFFIN-HR-Classification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851</Words>
  <Application>Microsoft Office PowerPoint</Application>
  <PresentationFormat>On-screen Show (16:9)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GRIFFIN Implementation Briefing</dc:title>
  <dc:subject>PptxGenJS Presentation</dc:subject>
  <dc:creator>Team 7 - GRIFFIN</dc:creator>
  <cp:lastModifiedBy>Alvarado, Steven</cp:lastModifiedBy>
  <cp:revision>2</cp:revision>
  <dcterms:created xsi:type="dcterms:W3CDTF">2026-04-16T22:04:34Z</dcterms:created>
  <dcterms:modified xsi:type="dcterms:W3CDTF">2026-04-16T22:45:47Z</dcterms:modified>
</cp:coreProperties>
</file>